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you're searching a vector database. You want products similar to the
one you're looking at, but only ones under fifty bucks.
Two things going on in that query. A similarity search and a filter.
Today's vector databases handle the similarity part really well.
The filter part is where things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Recall in Predicate-based ANN Search in ChromaDB</dc:title>
  <dc:subject>Zach Marinov, Kartik Pingle, Evan Kim — 6.5830, Spring 2026
</dc:subject>
  <dc:creator/>
  <cp:lastModifiedBy/>
  <cp:revision>1</cp:revision>
  <dcterms:created xsi:type="dcterms:W3CDTF">2026-05-07T15:53:27Z</dcterms:created>
  <dcterms:modified xsi:type="dcterms:W3CDTF">2026-05-07T15:53:27Z</dcterms:modified>
</cp:coreProperties>
</file>